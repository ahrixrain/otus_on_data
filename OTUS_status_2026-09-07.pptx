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OTUS on CMS Open Data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J/ψ + Z unfolding — status for group meeting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Ziqing Li  •  Whiteson Group, UC Irvine  •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joint model closes J/ψ and Z together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 — one shared, mass-blind response model decoded on both regions (z → x, simulate direction)</a:t>
            </a:r>
            <a:endParaRPr lang="en-US" sz="1400" dirty="0"/>
          </a:p>
        </p:txBody>
      </p:sp>
      <p:pic>
        <p:nvPicPr>
          <p:cNvPr id="4" name="Image 0" descr="/home/claude/otus_deck/img/jpsi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349240" cy="3283965"/>
          </a:xfrm>
          <a:prstGeom prst="rect">
            <a:avLst/>
          </a:prstGeom>
        </p:spPr>
      </p:pic>
      <p:pic>
        <p:nvPicPr>
          <p:cNvPr id="5" name="Image 1" descr="/home/claude/otus_deck/img/z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17320"/>
            <a:ext cx="5349240" cy="32839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756149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J/ψ:  </a:t>
            </a:r>
            <a:pPr algn="ctr" indent="0" marL="0">
              <a:buNone/>
            </a:pPr>
            <a:r>
              <a:rPr lang="en-US" sz="120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KS 0.017, W1 0.9 MeV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080760" y="4756149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Z:  </a:t>
            </a:r>
            <a:pPr algn="ctr" indent="0" marL="0">
              <a:buNone/>
            </a:pPr>
            <a:r>
              <a:rPr lang="en-US" sz="120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KS 0.013, W1 86 MeV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5158485"/>
            <a:ext cx="11247120" cy="1379475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85800" y="5647054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" y="56470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5286501"/>
            <a:ext cx="10195560" cy="1123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open caveats on this result: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accepted checkpoint is stage-1 deterministic (no demonstrated stochastic detector response), and the J/ψ prior was pre-smeared before training — so genuine resolution removal is still untested. The held-out Upsilon transfer fails outright (mass W1 0.28 GeV, per-state bias –28 to –53 MeV).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week: audited how the training priors are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29 — rebuilt J/ψ, Z and Upsilon priors from first principles; three of the numbers behind Run E turned out to be wrong</a:t>
            </a:r>
            <a:endParaRPr lang="en-US" sz="1400" dirty="0"/>
          </a:p>
        </p:txBody>
      </p:sp>
      <p:pic>
        <p:nvPicPr>
          <p:cNvPr id="4" name="Image 0" descr="/home/claude/otus_deck/img/prior_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5806440" cy="40198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574323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prior (orange) vs. rebuilt prior (green) vs. CMS data (blue) — pair-pᵀ of the J/ψ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0" y="1463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14032" y="1426464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power was overstated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114032" y="1755648"/>
            <a:ext cx="4590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“1M-event” J/ψ prior was reweighted from 500k; 55% of events carry zero weight. Effective sample size is ~63k (12.6%).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0" y="2944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114032" y="2907792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Upsilon-transfer explanation was wrong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114032" y="3236976"/>
            <a:ext cx="4590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Upsilon prior was never actually smeared — the earlier 110–192 MeV figures were std, not width. Its failed transfer is unexplained again.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44256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8368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114032" y="4389120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merging scale (TMS) sets J/ψ kinematics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114032" y="4718304"/>
            <a:ext cx="4590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Pair-pᵀ shifts 93% across TMS 5→20 GeV — not a minor systematic, but the dominant control on the J/ψ spectrum.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 from the group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open calls that shape what runs next — looking for guidance this meeting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635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03420" y="16184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03420" y="16184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6733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67128"/>
            <a:ext cx="4914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set the J/ψ merging scale?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70632"/>
            <a:ext cx="49149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10–20 GeV would match CMS pair-pᵀ almost exactly — but picking it that way is the same data-derived tuning we removed, just relabeled. Keep the rule-based value and report the mismatch as a systematic instead?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0780" y="1417320"/>
            <a:ext cx="54635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287000" y="16184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87000" y="16184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15100" y="16733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1510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15100" y="2167128"/>
            <a:ext cx="4914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mixture-fraction loader?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15100" y="2770632"/>
            <a:ext cx="49149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rebuilt priors are gate-passing but not trainable yet — the code to read their component labels at load time doesn't exist. Worth building next, ahead of new physics runs?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4635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3420" y="41330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3420" y="4133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681728"/>
            <a:ext cx="4914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 after M1's null result: M2 or M5?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85232"/>
            <a:ext cx="49149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encoder/decoder noise schedules didn't beat the identity map in the narrow-prior test. Which alternative should we commit to next?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40780" y="3931920"/>
            <a:ext cx="54635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87000" y="41330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87000" y="4133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15100" y="41879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151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515100" y="4681728"/>
            <a:ext cx="4914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need a stronger unfolding gate first?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515100" y="5285232"/>
            <a:ext cx="49149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6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smeared prior, a trivial identity map (no model) passes every current latent-mass gate. Should we hold off trusting new results until a gate exists that a no-op can't pass?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2026-09-07T09:47:23Z</dcterms:created>
  <dcterms:modified xsi:type="dcterms:W3CDTF">2026-09-07T09:47:23Z</dcterms:modified>
</cp:coreProperties>
</file>